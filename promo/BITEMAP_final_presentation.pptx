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Codeにコードを全量書かせ、人は要望・検証・採否に専念。このループを295回。アプリ内では写真のジャンル判定にClaude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【0:25】数字で。295バージョン、実運用で208店舗、70以上のジャンル、1回の記録は1分。本番公開済みで、制作者が毎日使っています。個人情報は本人の領域にのみ保存。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【0:30】オリジナリティは、平均ではなく個人の味覚をデータ化する切り口と、記録のハードルをAIで極限まで下げた設計。今後はフォロー外へのおすすめ拡大と、次に行く店のAI提案。課題は正直に：Google Places API やクラウドは使うほど課金されるため、多人数への一般公開はコストの壁がある。今は利用者自身のキーと無料のOpenStreetMap検索で運用。加えて共通店数の確保とAI判定の根拠可視化。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【0:20】まとめ3点。平均ではなく個人の味覚。AIは実装と判定、判断は人。295回のループで毎日使えるアプリに。ご清聴ありがとうございました。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Codeにコードを全量書かせ、人は要望・検証・採否に専念。このループを295回。アプリ内では写真のジャンル判定にClaude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295回転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v295）― 実利用で見つけた5点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596128"/>
            <a:ext cx="10698480" cy="685800"/>
          </a:xfrm>
          <a:prstGeom prst="rect">
            <a:avLst/>
          </a:prstGeom>
          <a:noFill/>
          <a:ln/>
        </p:spPr>
        <p:txBody>
          <a:bodyPr wrap="square" lIns="0" tIns="0" rIns="0" bIns="0" rtlCol="0" anchor="ctr"/>
          <a:lstStyle/>
          <a:p>
            <a:pPr algn="l" indent="0" marL="0">
              <a:buNone/>
            </a:pPr>
            <a:r>
              <a:rPr lang="en-US" sz="1150" b="1" dirty="0">
                <a:solidFill>
                  <a:srgbClr val="C6613F"/>
                </a:solidFill>
                <a:latin typeface="Yu Gothic" pitchFamily="34" charset="0"/>
                <a:ea typeface="Yu Gothic" pitchFamily="34" charset="-122"/>
                <a:cs typeface="Yu Gothic" pitchFamily="34" charset="-120"/>
              </a:rPr>
              <a:t>v294-295 写真込みバックアップ：</a:t>
            </a:r>
            <a:pPr algn="l" indent="0" marL="0">
              <a:buNone/>
            </a:pPr>
            <a:r>
              <a:rPr lang="en-US" sz="1150" dirty="0">
                <a:solidFill>
                  <a:srgbClr val="1F1E1D"/>
                </a:solidFill>
                <a:latin typeface="Yu Gothic" pitchFamily="34" charset="0"/>
                <a:ea typeface="Yu Gothic" pitchFamily="34" charset="-122"/>
                <a:cs typeface="Yu Gothic" pitchFamily="34" charset="-120"/>
              </a:rPr>
              <a:t>クラウド保存の写真も端末で取得して同梱し、別端末で写真ごと復元できるように（このデモ動画の実データ再現にも使用）。</a:t>
            </a:r>
            <a:pPr algn="l" indent="0" marL="0">
              <a:buNone/>
            </a:pPr>
            <a:r>
              <a:rPr lang="en-US" sz="1150" b="1" dirty="0">
                <a:solidFill>
                  <a:srgbClr val="C6613F"/>
                </a:solidFill>
                <a:latin typeface="Yu Gothic" pitchFamily="34" charset="0"/>
                <a:ea typeface="Yu Gothic" pitchFamily="34" charset="-122"/>
                <a:cs typeface="Yu Gothic" pitchFamily="34" charset="-120"/>
              </a:rPr>
              <a:t>　進め方は予選と同じループ：</a:t>
            </a:r>
            <a:pPr algn="l" indent="0" marL="0">
              <a:buNone/>
            </a:pPr>
            <a:r>
              <a:rPr lang="en-US" sz="1150" dirty="0">
                <a:solidFill>
                  <a:srgbClr val="1F1E1D"/>
                </a:solidFill>
                <a:latin typeface="Yu Gothic" pitchFamily="34" charset="0"/>
                <a:ea typeface="Yu Gothic" pitchFamily="34" charset="-122"/>
                <a:cs typeface="Yu Gothic" pitchFamily="34" charset="-120"/>
              </a:rPr>
              <a:t>日常利用で気づく → 現象を伝える → AIが修正・自動テスト → 実機で検証。</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295</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208</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本番公開済み（PWA・URLを開くだけ・インストール不要）。制作者自身が毎日の外食の記録（食日記）として利用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138160" y="6309360"/>
            <a:ext cx="402336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統計画面（実データ）：208店舗・251訪問・242枚</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295バージョンのAI協働開発プロセスの記録そのものも成果物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店舗検索の Google Places API とクラウドは利用量に応じて課金。多人数への一般公開はコスト面の壁があり、当面は利用者自身のキー＋無料の OpenStreetMap 検索で運用</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295回のループの記録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実利用での改善5件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AIは実装と判定、判断は人。295回のループで完成</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一般公開の予定は？費用は？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295回転</a:t>
            </a:r>
            <a:pPr algn="l" indent="0" marL="0">
              <a:buNone/>
            </a:pPr>
            <a:r>
              <a:rPr lang="en-US" sz="1200" dirty="0">
                <a:solidFill>
                  <a:srgbClr val="1F1E1D"/>
                </a:solidFill>
                <a:latin typeface="Yu Gothic" pitchFamily="34" charset="0"/>
                <a:ea typeface="Yu Gothic" pitchFamily="34" charset="-122"/>
                <a:cs typeface="Yu Gothic" pitchFamily="34" charset="-120"/>
              </a:rPr>
              <a:t>（v1〜v295）。仕様書・デザイン案は画像のまま渡し、守るべき決め事は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参考：一般向け紹介動画（アニメ＋実演・約1分）</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2026-09-19T11:13:12Z</dcterms:created>
  <dcterms:modified xsi:type="dcterms:W3CDTF">2026-09-19T11:13:12Z</dcterms:modified>
</cp:coreProperties>
</file>